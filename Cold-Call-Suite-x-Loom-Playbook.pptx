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 CALL SUITE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 </a:t>
            </a:r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LOOM VIDEO CREATION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Harmonia Playbook for Selling AI Phone Systems to HVAC Companies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$500/mo Base Price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30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HARMONIA  —  AI That Works While You Sleep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COLD CALLS + LOOM VIDEOS?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outreach channels that compound each other for maximum conversions.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310896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00" cy="7315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 CALL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Pattern-interrupt opener gets the owner on the phone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discovery: find missed-call pain in 60 seconds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ROI math makes the cost obvious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 15-min demo on the spot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310896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3657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LOOM VIDEO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walkthrough of THEIR Google listing &amp; reviews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AI demo live — no imagination required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as a follow-up or cold opener via email/SMS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higher reply rate than text-only email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Call → no answer → send Loom.  OR  Loom → warm lead → call to close.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ECONOMICS  AT  $500/MO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783080" cy="146304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$350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HVAC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Ticket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051560"/>
            <a:ext cx="1783080" cy="146304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143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697480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1783080" cy="146304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43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(Answered)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1051560"/>
            <a:ext cx="1783080" cy="146304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1143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$6,300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995160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788920"/>
            <a:ext cx="7680960" cy="201168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ROI BREAKDOWN FOR YOUR PROSPECT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missed calls/wk × 4 weeks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60 missed calls/month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5570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calls × 30% close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3557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18 recoverable jobs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8679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jobs × $350 avg ticket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$6,300/mo recovered revenue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178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$6,300 revenue − $500 Harmonia fee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$5,800 NET new profit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4897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4489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1,160%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COLD CALL PLAYBOOK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Sam, Senior Dispatcher — the Harmonia script that books demos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53312"/>
            <a:ext cx="411480" cy="411480"/>
          </a:xfrm>
          <a:prstGeom prst="ellipse">
            <a:avLst/>
          </a:prstGeom>
          <a:solidFill>
            <a:srgbClr val="F9706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55448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 [NAME], this is [YOU] with Harmonia. I'm not calling to sell you anything — I actually just have a quick question about how you're handling after-hours calls right now. Do you have 60 seconds?"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67712"/>
            <a:ext cx="411480" cy="4114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46888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someone calls your shop at 7 PM on a Saturday with a busted AC, what happens?" → "How many after-hours calls are you missing per week?" → "What's your avg emergency ticket?"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18211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AGITATE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38328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 if you're missing [X] calls/week, that's [X×4]/month. Even if only 30% become jobs at $[Y]… that's $[Z]/month in revenue walking out the door." — Pause. Let it sink 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96512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29768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"I've got two slots this week for onboarding — Tuesday afternoon or Thursday morning. Which works better?" Only taking 3 HVAC companies in [CITY] this month.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LOOM VIDEO PLAYBOOK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60-90 second personalized videos that get 3× more replies than text email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105156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53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RECORD: What Goes in the Video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276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their Google Business listing on screen — show their rating &amp; reviews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a negative review about missed calls or slow callbacks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the Harmonia AI answering a sample call LIVE on screen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dashboard: call log, appointment booked, SMS confirmation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7680960" cy="105156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68880"/>
            <a:ext cx="64008" cy="10515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5420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SEND: How to Deliver 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8163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subject: "found something about [COMPANY NAME]'s reviews"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SMS: "Hey [NAME], made you a quick 60-sec video — [loom link]"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follow-up after a missed cold call (voicemail → Loom)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Post-demo recap: re-send the key ROI numbers visually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680960" cy="105156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657600"/>
            <a:ext cx="64008" cy="10515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730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CLOSE: The CTA That Works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00507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the video: "If you want me to set this up, reply DEMO"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Calendly link below the Loom embed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48 hours later with a breakup text/email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Loom views — call anyone who watched 50%+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WORKFLOW: COLD CALL × LOOM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33272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243A5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33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0058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Hunter scrapes new HVAC companies (automated)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1051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243A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pipeline briefing — SMS + Slack alerts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1527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1984248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243A5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984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9568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personalized email sequences for top 20 prospects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200253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459736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F9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4597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9–11 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24323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Make 40-60 cold calls using the Harmonia script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24780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935224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F9706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935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AM–12 PM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29077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Record 5-10 personalized Loom videos for no-answers &amp; hot leads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29535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3410712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243A5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4107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383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sends follow-up emails (email 2 &amp; 3) automatically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3429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F9706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2–4 PM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38587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Demo calls with booked prospects + send Loom recaps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39044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4361688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243A50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3616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PM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43342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tracker: mark won/lost, celebrate wins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0" y="43799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CONVERSION FUNNEL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calls + Loom follow-ups at scale — weekly math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solidFill>
            <a:srgbClr val="243A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Calls Made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200/wk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6217920" cy="457200"/>
          </a:xfrm>
          <a:prstGeom prst="rect">
            <a:avLst/>
          </a:prstGeom>
          <a:solidFill>
            <a:srgbClr val="1E304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(15%)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783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43891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/ Pain Found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3317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5029200" cy="457200"/>
          </a:xfrm>
          <a:prstGeom prst="rect">
            <a:avLst/>
          </a:prstGeom>
          <a:solidFill>
            <a:srgbClr val="243A5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880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Videos Sent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8803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2926080" cy="45720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Booked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4290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219456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977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@ $500/mo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39776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$500/mo × 2 clients/wk = $4,000/mo MRR added weekly  |  $16K MRR in first month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OBJECTION HANDLING CHEAT 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713232"/>
          </a:xfrm>
          <a:prstGeom prst="rect">
            <a:avLst/>
          </a:prstGeom>
          <a:solidFill>
            <a:srgbClr val="1E304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0149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 already have an answering service"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01498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my clients did too. An answering service takes a message. Our AI actually books the job. Plus it costs you $200-400/mo and you still call everyone back.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7680960" cy="713232"/>
          </a:xfrm>
          <a:prstGeom prst="rect">
            <a:avLst/>
          </a:prstGeom>
          <a:solidFill>
            <a:srgbClr val="1E304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9222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"What does it cost?"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7922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books you 5 extra jobs/month you would've lost, what's that worth? Right — it's $500/mo. Pays for itself with one job.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7680960" cy="713232"/>
          </a:xfrm>
          <a:prstGeom prst="rect">
            <a:avLst/>
          </a:prstGeom>
          <a:solidFill>
            <a:srgbClr val="1E304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946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 don't trust AI"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56946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hear it yourself? I can call your phone right now and you test it. Takes 30 seconds.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7680960" cy="713232"/>
          </a:xfrm>
          <a:prstGeom prst="rect">
            <a:avLst/>
          </a:prstGeom>
          <a:solidFill>
            <a:srgbClr val="1E3044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4670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 need to think about it"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34670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Totally fair. What specifically? The tech, the cost, or something else?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7680960" cy="713232"/>
          </a:xfrm>
          <a:prstGeom prst="rect">
            <a:avLst/>
          </a:prstGeom>
          <a:solidFill>
            <a:srgbClr val="1E3044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12394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"Send me some info"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412394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— but that email sits in your inbox. How about a 10-min demo instead? If it's not for you, no worries.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LOOM VIDEO ECONOMICS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3657600" cy="329184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TEXT-ONLY EMAIL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Book 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1-2%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emails 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demo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~$15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3657600" cy="329184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51560"/>
            <a:ext cx="3657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LOOM + EMAIL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Book 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5-8%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emails 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5-8 demos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Demo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videos deliver 3-5× the demo booking rate at 1/4 the cost per demo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PHRASES vs. KILL PHRASES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365760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3657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THESE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not calling to sell you anything"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you have 60 seconds?"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revenue walking out the door"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pays for itself with one job"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only pay if it works"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"Want to hear it for yourself?"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specifically do you need to think through?"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657600" cy="365760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657600" cy="7315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SAY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was just calling to..."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a good time?"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 you should..."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product/service..."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the best at..."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corporate buzzwords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permission to pitch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TIERS TO PITCH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2560320" cy="374904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5156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$500/mo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$997 setup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Phone Agent 24/7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 Text-Back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Dashboard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calls/mo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operators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shops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1051560"/>
            <a:ext cx="2560320" cy="3749040"/>
          </a:xfrm>
          <a:prstGeom prst="rect">
            <a:avLst/>
          </a:prstGeom>
          <a:solidFill>
            <a:srgbClr val="243A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1051560"/>
            <a:ext cx="2560320" cy="73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$997/mo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6616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$1,997 setup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23317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Text/SMS Agent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Reactivation Campaigns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Generation Bot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 calls/mo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truck companies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051560"/>
            <a:ext cx="2560320" cy="3749040"/>
          </a:xfrm>
          <a:prstGeom prst="rect">
            <a:avLst/>
          </a:prstGeom>
          <a:solidFill>
            <a:srgbClr val="1E30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051560"/>
            <a:ext cx="2560320" cy="7315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$1,997/mo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0080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$2,997 setup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3317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Support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Voice Branding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calls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truck operations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franchises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CLOSING HVAC CLIENTS THIS WEEK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prospects from Google Places into Airtable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40-60 cold calls/day using the Harmonia script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5-10 personalized Loom videos for warm leads &amp; no-answers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handle email sequences, follow-ups &amp; pipeline tracking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2-3 clients/week at $500/mo = $16K+ MRR in month one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30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HARMONIA  —  AI That Works While You Sleep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Cold Call Suite x Loom Video Playbook</dc:title>
  <dc:subject>PptxGenJS Presentation</dc:subject>
  <dc:creator>Harmonia</dc:creator>
  <cp:lastModifiedBy>Harmonia</cp:lastModifiedBy>
  <cp:revision>1</cp:revision>
  <dcterms:created xsi:type="dcterms:W3CDTF">2026-02-19T21:23:48Z</dcterms:created>
  <dcterms:modified xsi:type="dcterms:W3CDTF">2026-02-19T21:23:48Z</dcterms:modified>
</cp:coreProperties>
</file>